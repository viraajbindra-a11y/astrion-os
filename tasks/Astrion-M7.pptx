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9BA8C6"/>
                </a:solidFill>
                <a:latin typeface="Arial"/>
              </a:rPr>
              <a:t>ASTRION OS</a:t>
            </a:r>
          </a:p>
          <a:p>
            <a:pPr>
              <a:spcAft>
                <a:spcPts val="800"/>
              </a:spcAft>
            </a:pPr>
            <a:r>
              <a:rPr sz="5400" b="1">
                <a:solidFill>
                  <a:srgbClr val="EEF2FB"/>
                </a:solidFill>
                <a:latin typeface="Arial"/>
              </a:rPr>
              <a:t>The AI runs </a:t>
            </a:r>
            <a:r>
              <a:rPr sz="5400" b="1">
                <a:solidFill>
                  <a:srgbClr val="FF9F0A"/>
                </a:solidFill>
                <a:latin typeface="Arial"/>
              </a:rPr>
              <a:t>inside the kernel.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9BA8C6"/>
                </a:solidFill>
                <a:latin typeface="Arial"/>
              </a:rPr>
              <a:t>A from-scratch operating system now runs its own neural network. On boot. Offline.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84FF"/>
                </a:solidFill>
                <a:latin typeface="Arial"/>
              </a:rPr>
              <a:t>Milestone M7   ·   verified on a real boot   ·   Jul 26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F0A"/>
                </a:solidFill>
                <a:latin typeface="Arial"/>
              </a:rPr>
              <a:t>WHAT JUST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EF2FB"/>
                </a:solidFill>
                <a:latin typeface="Arial"/>
              </a:rPr>
              <a:t>The neural network runs in the OS itself —</a:t>
            </a:r>
          </a:p>
          <a:p>
            <a:pPr algn="l">
              <a:spcAft>
                <a:spcPts val="2200"/>
              </a:spcAft>
            </a:pPr>
            <a:r>
              <a:rPr sz="3400" b="1">
                <a:solidFill>
                  <a:srgbClr val="FF9F0A"/>
                </a:solidFill>
                <a:latin typeface="Arial"/>
              </a:rPr>
              <a:t>not a cloud call, not a mock.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9BA8C6"/>
                </a:solidFill>
                <a:latin typeface="Arial"/>
              </a:rPr>
              <a:t>Astrion is a real x86-64 kernel written from scratch in C — no Linux underneath.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9BA8C6"/>
                </a:solidFill>
                <a:latin typeface="Arial"/>
              </a:rPr>
              <a:t>Today it loads a model at boot and generates text with it, entirely on the machine.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9BA8C6"/>
                </a:solidFill>
                <a:latin typeface="Arial"/>
              </a:rPr>
              <a:t>No internet. No floating point. Verified on a live boot this morning.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F0A"/>
                </a:solidFill>
                <a:latin typeface="Arial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EF2FB"/>
                </a:solidFill>
                <a:latin typeface="Arial"/>
              </a:rPr>
              <a:t>Four things we watched happen — on a real boot, not a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4983480" cy="160020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EEF2FB"/>
                </a:solidFill>
                <a:latin typeface="Arial"/>
              </a:rPr>
              <a:t>Loads at boot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9BA8C6"/>
                </a:solidFill>
                <a:latin typeface="Arial"/>
              </a:rPr>
              <a:t>The model is read straight from a boot module into the kernel.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286000"/>
            <a:ext cx="4983480" cy="160020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EEF2FB"/>
                </a:solidFill>
                <a:latin typeface="Arial"/>
              </a:rPr>
              <a:t>It really computes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9BA8C6"/>
                </a:solidFill>
                <a:latin typeface="Arial"/>
              </a:rPr>
              <a:t>Different prompts pick different tokens — a real forward pass, not a canned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983480" cy="160020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EEF2FB"/>
                </a:solidFill>
                <a:latin typeface="Arial"/>
              </a:rPr>
              <a:t>Fully offline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9BA8C6"/>
                </a:solidFill>
                <a:latin typeface="Arial"/>
              </a:rPr>
              <a:t>No internet, no cloud. The whole model runs on the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4160520"/>
            <a:ext cx="4983480" cy="1600200"/>
          </a:xfrm>
          <a:prstGeom prst="roundRect">
            <a:avLst/>
          </a:prstGeom>
          <a:solidFill>
            <a:srgbClr val="0F16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EEF2FB"/>
                </a:solidFill>
                <a:latin typeface="Arial"/>
              </a:rPr>
              <a:t>Safe &amp; stable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9BA8C6"/>
                </a:solidFill>
                <a:latin typeface="Arial"/>
              </a:rPr>
              <a:t>Still asks before deleting a file. Zero crashes across the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F0A"/>
                </a:solidFill>
                <a:latin typeface="Arial"/>
              </a:rPr>
              <a:t>SEEN LIVE — THE ASSISTANT GENERATING IN THE OS</a:t>
            </a:r>
          </a:p>
        </p:txBody>
      </p:sp>
      <p:pic>
        <p:nvPicPr>
          <p:cNvPr id="4" name="Picture 3" descr="live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325880"/>
            <a:ext cx="841248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9BA8C6"/>
                </a:solidFill>
                <a:latin typeface="Arial"/>
              </a:rPr>
              <a:t>"on-device model … it runs the real transformer inside the kernel" — then live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F0A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200" b="1">
                <a:solidFill>
                  <a:srgbClr val="FF9F0A"/>
                </a:solidFill>
                <a:latin typeface="Arial"/>
              </a:rPr>
              <a:t>The AI is the product.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84FF"/>
                </a:solidFill>
                <a:latin typeface="Arial"/>
              </a:rPr>
              <a:t>→  </a:t>
            </a:r>
            <a:r>
              <a:rPr sz="2000">
                <a:solidFill>
                  <a:srgbClr val="EEF2FB"/>
                </a:solidFill>
                <a:latin typeface="Arial"/>
              </a:rPr>
              <a:t>An AI-native OS where the AI actually lives in the OS — not bolted on top.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84FF"/>
                </a:solidFill>
                <a:latin typeface="Arial"/>
              </a:rPr>
              <a:t>→  </a:t>
            </a:r>
            <a:r>
              <a:rPr sz="2000">
                <a:solidFill>
                  <a:srgbClr val="EEF2FB"/>
                </a:solidFill>
                <a:latin typeface="Arial"/>
              </a:rPr>
              <a:t>From-scratch kernel: we own every layer, top to bottom.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84FF"/>
                </a:solidFill>
                <a:latin typeface="Arial"/>
              </a:rPr>
              <a:t>→  </a:t>
            </a:r>
            <a:r>
              <a:rPr sz="2000">
                <a:solidFill>
                  <a:srgbClr val="EEF2FB"/>
                </a:solidFill>
                <a:latin typeface="Arial"/>
              </a:rPr>
              <a:t>Offline by design — it physically doesn't need the internet.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84FF"/>
                </a:solidFill>
                <a:latin typeface="Arial"/>
              </a:rPr>
              <a:t>→  </a:t>
            </a:r>
            <a:r>
              <a:rPr sz="2000">
                <a:solidFill>
                  <a:srgbClr val="EEF2FB"/>
                </a:solidFill>
                <a:latin typeface="Arial"/>
              </a:rPr>
              <a:t>Built by one 12-year-old developer.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F0A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3400" b="1">
                <a:solidFill>
                  <a:srgbClr val="EEF2FB"/>
                </a:solidFill>
                <a:latin typeface="Arial"/>
              </a:rPr>
              <a:t>A real brain drops into the same slot.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9BA8C6"/>
                </a:solidFill>
                <a:latin typeface="Arial"/>
              </a:rPr>
              <a:t>Today's model is a tiny test brain — its words are gibberish on purpose. It proves the pipeline.</a:t>
            </a: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FF9F0A"/>
                </a:solidFill>
                <a:latin typeface="Arial"/>
              </a:rPr>
              <a:t>Ember</a:t>
            </a:r>
            <a:r>
              <a:rPr sz="2000" b="0">
                <a:solidFill>
                  <a:srgbClr val="9BA8C6"/>
                </a:solidFill>
                <a:latin typeface="Arial"/>
              </a:rPr>
              <a:t> — our own model — is pretraining now, and drops into this exact slot. The runway is built and checked end to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