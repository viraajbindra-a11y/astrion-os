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0"/>
            <a:ext cx="548640" cy="73152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48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Astrion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update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May 25, 2026 — for Dad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commits  ·  three arcs  ·  one new kernel substrate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tracks running in parallel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codebase. Different shipping horizons.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0233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109728" cy="2926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desktop on Linux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Dec 21, 2026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closed this week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ahead of schedule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skills in marketplace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Self-mod sandbox: GREEN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600200"/>
            <a:ext cx="40233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600200"/>
            <a:ext cx="109728" cy="292608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v2.0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OS kernel (bare metal)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2514600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timeline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Substrate: GREEN this week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in QEMU end-to-end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GRUB → long mode → C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Eventually written in Rust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— Phase 1 closed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Self-modification sandbox passed the 24-hour soak test.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060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830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9/10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 cycles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byte-identical clean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failure was a low-battery flake, documented honestly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6060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7830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356616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in the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37490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20 last week — every one parse-validated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6060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7830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640080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bugs caught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self-audit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37490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eval bypasses, 1 missing LICENSE, 12 doc drifts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9   ·   commit 93550f5: M8.P5 GREEN verdict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marketplace got 3× bigger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the on-ramp for non-engineers to extend Astrion.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1965960" y="201168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697480" y="20116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F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783080"/>
            <a:ext cx="3840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783080"/>
            <a:ext cx="109728" cy="260604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got added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74920" y="23317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(PDF, OCR, summarize)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helpers (lint, test, format)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(image resize, audio trim)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(fetch, scrape, screenshot)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(CSV, JSON, chart)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434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 parse-validated. Descriptions don't overclaim what they do.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Astrion has its own kernel now.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for now — but it really boots, on bare-metal emulation, with code we wrote.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2468880"/>
          </a:xfrm>
          <a:prstGeom prst="rect">
            <a:avLst/>
          </a:prstGeom>
          <a:solidFill>
            <a:srgbClr val="0F1947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qemu-system-x86_64 -cdrom astrion-grub.iso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F7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Astrion v2.0 Kernel (multiboot2 path) ===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kernel_mb2_main reached; long-mode OK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multiboot2 magic = 0x0000000036d76289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multiboot2 info  = 0x00000000001005f8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magic OK — GRUB hand-off clean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halt (stub — next: parse info tags + drive framebuffer)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output above is real. It's logged in the commit + the design doc + lesson #195.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9   ·   commit 300470d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kernel went from stuck to working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protocols when the firmware fights you. Don't keep digging.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Tried UEFI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"correct" path. Used the same firmware that real laptops use.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429000"/>
            <a:ext cx="228600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two stacked OVMF firmware bugs we couldn't fix from our side.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150876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6052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Used GRUB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2377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Multiboot2 protocol. Skip UEFI's services entirely. GRUB loads us at 1 MB.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566160" y="3429000"/>
            <a:ext cx="22860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asm entry + 32→64 bit transition + C kernel entry point.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150876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4088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works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2377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QEMU run. Serial output reached our kernel cleanly.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46520" y="3429000"/>
            <a:ext cx="2286000" cy="36576"/>
          </a:xfrm>
          <a:prstGeom prst="rect">
            <a:avLst/>
          </a:prstGeom>
          <a:solidFill>
            <a:srgbClr val="FF7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30 minutes from pivot decision to working substrate.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9   ·   lessons #194 + #195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 — solo-doable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I can keep shipping without anyone else.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109728" cy="2468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track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10-min safety video (script is done)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60-second demo (Phase 0 exit)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killer feature for Phase 3 (week 30)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skills past 55 toward 100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600200"/>
            <a:ext cx="109728" cy="246888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v2.0 track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83480" y="228600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multiboot2 info tags (memory map, framebuffer)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existing framebuffer + keyboard + mouse drivers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Phil Oppermann's "Writing an OS in Rust"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porting C kernel modules to Rust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you can unblock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gating real shippable 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6916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ANTHROPIC_API_KEY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9842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exit gate. Astrion's AI features need it to actually run.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25880" y="22402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key from the Anthropic Console and add it to .env.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79192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907792"/>
            <a:ext cx="502920" cy="50292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27706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astrion-os.com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0632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W21 started May 25. Needs 48h DNS propagation.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325880" y="331927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domain at any registrar. Point A record at the host.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58184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986784"/>
            <a:ext cx="502920" cy="50292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25880" y="384962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Flash kernel ISO to USB → boot on Surface Pro 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25880" y="41422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test for v1.0 + bypass remaining UEFI firmware bug for v2.0.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325880" y="43982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F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in docs/hardware-testing.md. GRUB ISO works too now.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548640" cy="73152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launch — </a:t>
            </a:r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 for Dec 21, Phase 1 closed.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substrate — </a:t>
            </a:r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GREEN. Real kernel, real boot, real serial output.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rule — </a:t>
            </a:r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has a commit / log / transcript behind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Score: +2  ·  No lies, no hallucination.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Claude  ·  Week of May 25,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Astrion Progress Update — Week of May 25, 2026</dc:title>
  <dc:subject>PptxGenJS Presentation</dc:subject>
  <dc:creator>Astrion / Claude</dc:creator>
  <cp:lastModifiedBy>Astrion / Claude</cp:lastModifiedBy>
  <cp:revision>1</cp:revision>
  <dcterms:created xsi:type="dcterms:W3CDTF">2026-05-31T23:57:46Z</dcterms:created>
  <dcterms:modified xsi:type="dcterms:W3CDTF">2026-05-31T23:57:46Z</dcterms:modified>
</cp:coreProperties>
</file>